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8.jpg" ContentType="image/unknown"/>
  <Override PartName="/ppt/media/image19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1" r:id="rId9"/>
    <p:sldId id="263" r:id="rId10"/>
    <p:sldId id="265" r:id="rId11"/>
    <p:sldId id="266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72" r:id="rId23"/>
    <p:sldId id="283" r:id="rId24"/>
    <p:sldId id="284" r:id="rId25"/>
    <p:sldId id="285" r:id="rId26"/>
    <p:sldId id="286" r:id="rId27"/>
    <p:sldId id="287" r:id="rId28"/>
    <p:sldId id="271" r:id="rId29"/>
    <p:sldId id="288" r:id="rId30"/>
    <p:sldId id="270" r:id="rId31"/>
    <p:sldId id="269" r:id="rId32"/>
    <p:sldId id="267" r:id="rId33"/>
    <p:sldId id="26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SJC </a:t>
            </a:r>
            <a:r>
              <a:rPr lang="en-US" dirty="0" err="1"/>
              <a:t>Institue</a:t>
            </a:r>
            <a:r>
              <a:rPr lang="en-US" dirty="0"/>
              <a:t>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97805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Design Pattern?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patterns are standard solutions to common problems in software design. They provide a template or blueprint that developers can follow to address recurring design challenges, promoting best practices and improving code maintainability, flexibility, and scalability.</a:t>
            </a:r>
          </a:p>
          <a:p>
            <a:r>
              <a:rPr lang="en-US" dirty="0"/>
              <a:t>In software architecture, design patterns are reusable solutions to common problems in software design. While there are many design patterns, they can generally be categorized into three main types:</a:t>
            </a:r>
          </a:p>
        </p:txBody>
      </p:sp>
    </p:spTree>
    <p:extLst>
      <p:ext uri="{BB962C8B-B14F-4D97-AF65-F5344CB8AC3E}">
        <p14:creationId xmlns:p14="http://schemas.microsoft.com/office/powerpoint/2010/main" val="114321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Creational Patterns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Structural Patterns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Behavioral Patterns</a:t>
            </a:r>
          </a:p>
        </p:txBody>
      </p:sp>
    </p:spTree>
    <p:extLst>
      <p:ext uri="{BB962C8B-B14F-4D97-AF65-F5344CB8AC3E}">
        <p14:creationId xmlns:p14="http://schemas.microsoft.com/office/powerpoint/2010/main" val="405886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Creational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40878"/>
            <a:ext cx="8946541" cy="4923692"/>
          </a:xfrm>
        </p:spPr>
        <p:txBody>
          <a:bodyPr>
            <a:normAutofit/>
          </a:bodyPr>
          <a:lstStyle/>
          <a:p>
            <a:r>
              <a:rPr lang="en-US" dirty="0"/>
              <a:t>These patterns deal with object creation mechanisms, optimizing the process of creating objects.</a:t>
            </a:r>
          </a:p>
          <a:p>
            <a:r>
              <a:rPr lang="en-US" dirty="0"/>
              <a:t>There are 4 Types: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Singleton: Ensures a class has only one instance and provides a global point of access. Use it when you need to control access to shared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Factory Method: Defines an interface for creating an object but allows subclasses to alter the type of objects that will be created. Use it when a class cannot anticipate the type of objects it needs to create.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Abstract Factory: Provides an interface for creating families of related or dependent objects without specifying their concrete classes. Use it when the system needs to be </a:t>
            </a:r>
            <a:r>
              <a:rPr lang="en-US" dirty="0" err="1"/>
              <a:t>indepenindependent</a:t>
            </a:r>
            <a:r>
              <a:rPr lang="en-US" dirty="0"/>
              <a:t> of how its objects are created.</a:t>
            </a:r>
          </a:p>
        </p:txBody>
      </p:sp>
    </p:spTree>
    <p:extLst>
      <p:ext uri="{BB962C8B-B14F-4D97-AF65-F5344CB8AC3E}">
        <p14:creationId xmlns:p14="http://schemas.microsoft.com/office/powerpoint/2010/main" val="380680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Creational Patterns(continued)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5. Builder Pattern: The Builder pattern separates the construction of a complex object from its representation. This allows the same construction process to create different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85013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Structural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patterns focus on how objects and classes are composed to form larger structures.</a:t>
            </a:r>
          </a:p>
          <a:p>
            <a:r>
              <a:rPr lang="en-US" dirty="0"/>
              <a:t>There are 4 types: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Adapter: Allows incompatible interfaces to work together. Use it when you want to use an existing class and its interface does not match your requirements.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Decorator: Adds new functionality to an object dynamically. Use it when you need to extend the behavior of objects without modifying their structure.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Facade: Provides a simplified interface to a complex subsystem. Use it when you want to hide the complexities of a system and provide a simpler interface.</a:t>
            </a:r>
          </a:p>
        </p:txBody>
      </p:sp>
    </p:spTree>
    <p:extLst>
      <p:ext uri="{BB962C8B-B14F-4D97-AF65-F5344CB8AC3E}">
        <p14:creationId xmlns:p14="http://schemas.microsoft.com/office/powerpoint/2010/main" val="333773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Structural Patterns(continued)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5. Proxy Pattern: The Proxy pattern provides a surrogate or placeholder for another object to control access to it. This can be useful for various purposes, such as lazy initialization, access control, or logging.</a:t>
            </a:r>
          </a:p>
        </p:txBody>
      </p:sp>
    </p:spTree>
    <p:extLst>
      <p:ext uri="{BB962C8B-B14F-4D97-AF65-F5344CB8AC3E}">
        <p14:creationId xmlns:p14="http://schemas.microsoft.com/office/powerpoint/2010/main" val="3446649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Behavioral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patterns deal with object interaction and responsibility.</a:t>
            </a:r>
          </a:p>
          <a:p>
            <a:r>
              <a:rPr lang="en-US" dirty="0"/>
              <a:t>There are 4 types: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Observer: Defines a one-to-many dependency between objects so that when one object changes state, all its dependents are notified. Use it when you have a scenario where multiple objects need to be informed about changes in another object.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Strategy: Defines a family of algorithms, encapsulates each one, and makes them interchangeable. Use it when you want to choose an algorithm at runtime.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Command: Encapsulates a request as an object, thereby allowing for parameterization of clients with queues, requests, and operations. Use it when you want to parameterize objects with operations.</a:t>
            </a:r>
          </a:p>
        </p:txBody>
      </p:sp>
    </p:spTree>
    <p:extLst>
      <p:ext uri="{BB962C8B-B14F-4D97-AF65-F5344CB8AC3E}">
        <p14:creationId xmlns:p14="http://schemas.microsoft.com/office/powerpoint/2010/main" val="423770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Behavioral Patterns(continued)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 Template Method Pattern: The Template Method pattern defines the skeleton of an algorithm in a method, deferring some steps to subclasses. It lets subclasses redefine certain steps of an algorithm without changing its structure.</a:t>
            </a:r>
          </a:p>
          <a:p>
            <a:r>
              <a:rPr lang="en-US" dirty="0"/>
              <a:t>5. Mediator</a:t>
            </a:r>
          </a:p>
        </p:txBody>
      </p:sp>
    </p:spTree>
    <p:extLst>
      <p:ext uri="{BB962C8B-B14F-4D97-AF65-F5344CB8AC3E}">
        <p14:creationId xmlns:p14="http://schemas.microsoft.com/office/powerpoint/2010/main" val="192479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Design Pattern(Creational Design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Singleton mean: we create single instance(object) for a particular class. Here we need to ensure no other instance(object) are created for that respective class.</a:t>
            </a:r>
          </a:p>
          <a:p>
            <a:r>
              <a:rPr lang="en-US" dirty="0"/>
              <a:t>USE CASE:</a:t>
            </a:r>
          </a:p>
          <a:p>
            <a:r>
              <a:rPr lang="en-US" dirty="0"/>
              <a:t>1. DB Creation: In project, we need only one </a:t>
            </a:r>
            <a:r>
              <a:rPr lang="en-US" dirty="0" err="1"/>
              <a:t>db</a:t>
            </a:r>
            <a:r>
              <a:rPr lang="en-US" dirty="0"/>
              <a:t> connect for all the modules of your project.</a:t>
            </a:r>
          </a:p>
          <a:p>
            <a:r>
              <a:rPr lang="en-US" dirty="0"/>
              <a:t>2.UT(unit test) Manager: a single manager file handle to run all UT’s at a time.</a:t>
            </a:r>
          </a:p>
          <a:p>
            <a:r>
              <a:rPr lang="en-US" dirty="0"/>
              <a:t>3. Logger manager: Instead of showing logs in different places, we can mange to show all logs in single place in our project</a:t>
            </a:r>
          </a:p>
        </p:txBody>
      </p:sp>
    </p:spTree>
    <p:extLst>
      <p:ext uri="{BB962C8B-B14F-4D97-AF65-F5344CB8AC3E}">
        <p14:creationId xmlns:p14="http://schemas.microsoft.com/office/powerpoint/2010/main" val="257655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Singleton: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Q.Design</a:t>
            </a:r>
            <a:r>
              <a:rPr lang="en-US" dirty="0"/>
              <a:t> and Implement a Logger class ensuring a single instance throughout the application?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23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7DEF-9B5B-9C14-D76E-30EA2DB28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Factory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4E77-4BEE-FC61-E7CE-4855E9EE6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Factory Design Pattern encapsulates the creation logic of different shape objects within the </a:t>
            </a:r>
            <a:r>
              <a:rPr lang="en-US" dirty="0" err="1"/>
              <a:t>ShapeFactory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3EA6B-C390-675E-7C10-15D74B3ED2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14" r="9290"/>
          <a:stretch/>
        </p:blipFill>
        <p:spPr>
          <a:xfrm>
            <a:off x="2958354" y="3092823"/>
            <a:ext cx="5961530" cy="31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A8C1-A493-6E0B-0751-7F8E12C9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Factory Design Pattern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F4C47-A5FB-31F3-E9D4-5AC6FA065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235" y="1415578"/>
            <a:ext cx="6302189" cy="4781630"/>
          </a:xfrm>
        </p:spPr>
      </p:pic>
    </p:spTree>
    <p:extLst>
      <p:ext uri="{BB962C8B-B14F-4D97-AF65-F5344CB8AC3E}">
        <p14:creationId xmlns:p14="http://schemas.microsoft.com/office/powerpoint/2010/main" val="251480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A8C1-A493-6E0B-0751-7F8E12C9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Factory Design Pattern: Case Study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2BCDE-431A-1364-5B66-B1BF6C8F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Q. Design and implement </a:t>
            </a:r>
            <a:r>
              <a:rPr lang="en-US" dirty="0" err="1"/>
              <a:t>ShapeFactory</a:t>
            </a:r>
            <a:r>
              <a:rPr lang="en-US" dirty="0"/>
              <a:t> class that generates different types of Shape objects (Circle, Square, Rectangle) based on input parameters using Factory Design Pattern.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772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3DFA-58F4-76E0-D4C2-A29C6C30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Factory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2A16-BB95-16D5-68A0-634A46A1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Abstract Factory Pattern, which allows the creation of families of related or dependent objects (in this case, shoes and clothes) without specifying their concrete classes.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C0074-7FBD-EFB1-1088-AED439D0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82" y="3191434"/>
            <a:ext cx="6731000" cy="336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70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3DFA-58F4-76E0-D4C2-A29C6C30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Factory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2A16-BB95-16D5-68A0-634A46A1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Abstract Factory Pattern, which allows the creation of families of related or dependent objects (in this case, shoes and clothes) without specifying their concrete classes.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9FE848-38FF-DA25-7EA9-7CECCAF1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56" y="3429000"/>
            <a:ext cx="6152432" cy="30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79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E5D0-E7BA-F944-FD84-BA69CC14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Builder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D7FC-D230-A9B3-8EC2-FF11C3CAE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Builder Design Pattern is 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a creational design pattern that is used to construct a complex object </a:t>
            </a: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in a flexible and step-by-step manner</a:t>
            </a:r>
            <a:r>
              <a:rPr lang="en-US" b="0" i="0" dirty="0">
                <a:solidFill>
                  <a:srgbClr val="E8E8E8"/>
                </a:solidFill>
                <a:effectLst/>
                <a:latin typeface="Google Sans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5EE60-2C79-BBEF-686A-678A2E89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47" y="3146612"/>
            <a:ext cx="6096000" cy="34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59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771A-B257-764B-CD5C-E7C367F3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Builder Design Pattern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E0514-A17E-6AC4-0D6C-F00947D79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412" y="2134021"/>
            <a:ext cx="5715000" cy="3333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789D65-F0F7-1C7B-FE1B-53DD57E69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57" y="2554941"/>
            <a:ext cx="5081990" cy="2628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0F8C7C-2E53-ECA7-AC1B-BCBAD647202E}"/>
              </a:ext>
            </a:extLst>
          </p:cNvPr>
          <p:cNvSpPr txBox="1"/>
          <p:nvPr/>
        </p:nvSpPr>
        <p:spPr>
          <a:xfrm>
            <a:off x="573741" y="1129553"/>
            <a:ext cx="10524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Builder Pattern allows for the creation of different representations of a complex object (House) by using specific builders.  The use of the Director class simplifies the process of constructing the object, encapsulating the construction logic away from the client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593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AF3A-06EA-7CA5-64A5-428A9C0E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Decorator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3F8D-D55C-809D-AFA1-5B06EE372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Decorator Pattern allows for the dynamic addition of functionalities to an object without modifying its structure.</a:t>
            </a:r>
          </a:p>
          <a:p>
            <a:r>
              <a:rPr lang="en-US" dirty="0"/>
              <a:t>the Decorator Pattern allows for the dynamic addition of functionalities (in this case, additional ingredients) to an object (coffee) without modifying its structure.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25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F403-01DD-7789-F58C-422E238F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Decorator Design Pattern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FA12C-95B3-F9D3-2400-6C02D4A03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493" y="1354707"/>
            <a:ext cx="5773271" cy="5207458"/>
          </a:xfrm>
        </p:spPr>
      </p:pic>
    </p:spTree>
    <p:extLst>
      <p:ext uri="{BB962C8B-B14F-4D97-AF65-F5344CB8AC3E}">
        <p14:creationId xmlns:p14="http://schemas.microsoft.com/office/powerpoint/2010/main" val="311623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F403-01DD-7789-F58C-422E238F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Decorator Design Pattern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86CBAD-7097-AB88-61B4-E1B53449F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565" y="1790087"/>
            <a:ext cx="9108141" cy="4727254"/>
          </a:xfrm>
        </p:spPr>
      </p:pic>
    </p:spTree>
    <p:extLst>
      <p:ext uri="{BB962C8B-B14F-4D97-AF65-F5344CB8AC3E}">
        <p14:creationId xmlns:p14="http://schemas.microsoft.com/office/powerpoint/2010/main" val="3123663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Facade Pattern simplifies the interface to a complex system by providing a single class that manages interactions between the system components.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43C2F-8339-BB02-1507-858948C2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155576"/>
            <a:ext cx="9525000" cy="324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89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E305CF-B221-35B1-E56E-250567DC7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75" y="1357664"/>
            <a:ext cx="9780495" cy="524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9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A20C-15DE-CF77-E8EC-C27237E2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 Design Pattern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39DE2C-F34F-C5DA-7B5D-51C503438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2542" y="3186858"/>
            <a:ext cx="6653773" cy="330807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A5664D-1832-F79A-48D9-8510A4DC7C25}"/>
              </a:ext>
            </a:extLst>
          </p:cNvPr>
          <p:cNvSpPr txBox="1"/>
          <p:nvPr/>
        </p:nvSpPr>
        <p:spPr>
          <a:xfrm>
            <a:off x="824751" y="1415235"/>
            <a:ext cx="10237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BCC0C3"/>
                </a:solidFill>
                <a:effectLst/>
                <a:latin typeface="Arial" panose="020B0604020202020204" pitchFamily="34" charset="0"/>
              </a:rPr>
              <a:t>Adapter design pattern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 is a structural pattern that allows the interface of an existing class to be used as another interface.</a:t>
            </a:r>
          </a:p>
          <a:p>
            <a:endParaRPr lang="en-US" dirty="0">
              <a:solidFill>
                <a:srgbClr val="BDC1C6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BDC1C6"/>
                </a:solidFill>
                <a:latin typeface="Arial" panose="020B0604020202020204" pitchFamily="34" charset="0"/>
              </a:rPr>
              <a:t>“The Adapter Design pattern allows incompatible interfaces to work together by acting as a bridge between two system. It converts one interface into another that the client expects, enabling interaction between classes that otherwise couldn’t collaborate.”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769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A20C-15DE-CF77-E8EC-C27237E2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 Design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5664D-1832-F79A-48D9-8510A4DC7C25}"/>
              </a:ext>
            </a:extLst>
          </p:cNvPr>
          <p:cNvSpPr txBox="1"/>
          <p:nvPr/>
        </p:nvSpPr>
        <p:spPr>
          <a:xfrm>
            <a:off x="824751" y="1415235"/>
            <a:ext cx="10237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BCC0C3"/>
                </a:solidFill>
                <a:effectLst/>
                <a:latin typeface="Arial" panose="020B0604020202020204" pitchFamily="34" charset="0"/>
              </a:rPr>
              <a:t>Adapter design pattern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 is a structural pattern that allows the interface of an existing class to be used as another interface.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90FD21-3685-D772-25A5-FC1FDA9ED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4684" y="2205229"/>
            <a:ext cx="7619998" cy="3969259"/>
          </a:xfrm>
        </p:spPr>
      </p:pic>
    </p:spTree>
    <p:extLst>
      <p:ext uri="{BB962C8B-B14F-4D97-AF65-F5344CB8AC3E}">
        <p14:creationId xmlns:p14="http://schemas.microsoft.com/office/powerpoint/2010/main" val="236636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65B9-4BED-DAE2-C2CD-2071FF4A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Observer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B44D5-ACB5-1F49-FDA8-9E31DD9DE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Observer Design Pattern is useful when you want to create a subscription model where multiple objects (observers) are notified about changes in another object (subject).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FB9E6-B4D1-4070-07A4-782127E0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18" y="3281082"/>
            <a:ext cx="6956611" cy="33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00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65B9-4BED-DAE2-C2CD-2071FF4A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Observer Design Pattern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0D6AF8-605C-3136-F704-6E22823BA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724" y="2110076"/>
            <a:ext cx="5362123" cy="365423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D10F03-6208-CFD2-EDC5-D3EDE651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52" y="2110077"/>
            <a:ext cx="5569623" cy="35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25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“The Template Method pattern defines the skeleton of an algorithm in a method, deferring some steps to subclasses. It lets subclasses redefine certain steps of an algorithm without changing its structure.”</a:t>
            </a:r>
          </a:p>
          <a:p>
            <a:r>
              <a:rPr lang="en-US" dirty="0"/>
              <a:t>**The Template Method Pattern allows you to define a common process (in this case, processing documents) while allowing subclasses to specify the details of certain steps.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03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98BF-829C-D8D7-9826-675266D3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Template Design Pattern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6E863E-1722-3935-D5E0-00DB4E5E8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129" y="1962991"/>
            <a:ext cx="6378270" cy="4195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1087BB-95E5-A939-54D7-60F195D49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442" y="1110503"/>
            <a:ext cx="49053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6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Design Pattern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“The Observer Design Pattern is useful when you want to create a subscription model where multiple objects (observers) are notified about changes in another object (subject).”</a:t>
            </a:r>
          </a:p>
          <a:p>
            <a:r>
              <a:rPr lang="en-US" dirty="0"/>
              <a:t>Example: YouTube, E-com, Spotify, Netflix etc.. Notify the subscribers if any latest content available.</a:t>
            </a:r>
          </a:p>
          <a:p>
            <a:r>
              <a:rPr lang="en-US" dirty="0"/>
              <a:t>Real-Time: </a:t>
            </a:r>
            <a:r>
              <a:rPr lang="en-US" dirty="0" err="1"/>
              <a:t>WeatherStation</a:t>
            </a:r>
            <a:r>
              <a:rPr lang="en-US" dirty="0"/>
              <a:t>, here we notify the temperature updates to all the subscribers</a:t>
            </a:r>
          </a:p>
          <a:p>
            <a:r>
              <a:rPr lang="en-US" dirty="0"/>
              <a:t>Summary</a:t>
            </a:r>
          </a:p>
          <a:p>
            <a:r>
              <a:rPr lang="en-US" dirty="0"/>
              <a:t>•	The Observer Design Pattern is useful when you want to create a subscription model where multiple objects (observers) are notified about changes in another object (subject).</a:t>
            </a:r>
          </a:p>
          <a:p>
            <a:r>
              <a:rPr lang="en-US" dirty="0"/>
              <a:t>•	In this implementation, the </a:t>
            </a:r>
            <a:r>
              <a:rPr lang="en-US" dirty="0" err="1"/>
              <a:t>WeatherStation</a:t>
            </a:r>
            <a:r>
              <a:rPr lang="en-US" dirty="0"/>
              <a:t> serves as the subject that tracks its state (temperature) and notifies all registered </a:t>
            </a:r>
            <a:r>
              <a:rPr lang="en-US" dirty="0" err="1"/>
              <a:t>DisplayDevice</a:t>
            </a:r>
            <a:r>
              <a:rPr lang="en-US" dirty="0"/>
              <a:t> instances whenever the temperature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34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Proxy class controls access to the </a:t>
            </a:r>
            <a:r>
              <a:rPr lang="en-US" dirty="0" err="1"/>
              <a:t>RealResource</a:t>
            </a:r>
            <a:r>
              <a:rPr lang="en-US" dirty="0"/>
              <a:t> instance. It checks the user's permissions before allowing access to the resource.</a:t>
            </a:r>
          </a:p>
          <a:p>
            <a:r>
              <a:rPr lang="en-US" dirty="0"/>
              <a:t>It act as gatekeeper</a:t>
            </a:r>
          </a:p>
          <a:p>
            <a:r>
              <a:rPr lang="en-US" dirty="0"/>
              <a:t>Ex: </a:t>
            </a:r>
            <a:r>
              <a:rPr lang="en-US" dirty="0" err="1"/>
              <a:t>Sharepoint</a:t>
            </a:r>
            <a:r>
              <a:rPr lang="en-US" dirty="0"/>
              <a:t>, repo, tools access links in company</a:t>
            </a:r>
          </a:p>
          <a:p>
            <a:r>
              <a:rPr lang="en-US" dirty="0"/>
              <a:t>Summary :</a:t>
            </a:r>
          </a:p>
          <a:p>
            <a:r>
              <a:rPr lang="en-US" dirty="0"/>
              <a:t> The Proxy Design Pattern is useful when you want to provide a surrogate or placeholder for another object to control access to it.  In this implementation, the Proxy checks the user's permissions before allowing access to the </a:t>
            </a:r>
            <a:r>
              <a:rPr lang="en-US" dirty="0" err="1"/>
              <a:t>RealResource</a:t>
            </a:r>
            <a:r>
              <a:rPr lang="en-US" dirty="0"/>
              <a:t>, effectively acting as a gatekeeper.</a:t>
            </a:r>
          </a:p>
        </p:txBody>
      </p:sp>
    </p:spTree>
    <p:extLst>
      <p:ext uri="{BB962C8B-B14F-4D97-AF65-F5344CB8AC3E}">
        <p14:creationId xmlns:p14="http://schemas.microsoft.com/office/powerpoint/2010/main" val="4151292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Mediator Design Pattern</a:t>
            </a:r>
            <a:r>
              <a:rPr lang="en-US" dirty="0"/>
              <a:t> belongs to the </a:t>
            </a:r>
            <a:r>
              <a:rPr lang="en-US" b="1" dirty="0"/>
              <a:t>Behavioral Design Patterns</a:t>
            </a:r>
            <a:r>
              <a:rPr lang="en-US" dirty="0"/>
              <a:t> category.</a:t>
            </a:r>
          </a:p>
          <a:p>
            <a:r>
              <a:rPr lang="en-US" dirty="0"/>
              <a:t>“The Mediator Design Pattern centralizes communication between multiple objects by having them interact through a mediator, rather than directly with each other. This reduces </a:t>
            </a:r>
            <a:r>
              <a:rPr lang="en-US" dirty="0" err="1"/>
              <a:t>depencies</a:t>
            </a:r>
            <a:r>
              <a:rPr lang="en-US" dirty="0"/>
              <a:t> and simplifies complex object interactions.”</a:t>
            </a:r>
          </a:p>
          <a:p>
            <a:r>
              <a:rPr lang="en-US" dirty="0"/>
              <a:t>The Mediator pattern defines an object (mediator) that encapsulates how a set of objects interact with each other, reducing direct dependencies between them.</a:t>
            </a:r>
          </a:p>
          <a:p>
            <a:r>
              <a:rPr lang="en-US" b="1" dirty="0"/>
              <a:t>Real-World Example:</a:t>
            </a:r>
          </a:p>
          <a:p>
            <a:r>
              <a:rPr lang="en-US" dirty="0"/>
              <a:t>In a chat application, participants (users) do not communicate directly with each other. Instead, a "</a:t>
            </a:r>
            <a:r>
              <a:rPr lang="en-US" dirty="0" err="1"/>
              <a:t>ChatRoom</a:t>
            </a:r>
            <a:r>
              <a:rPr lang="en-US" dirty="0"/>
              <a:t>" (mediator) facilitates communication between users. This way, users are not aware of the other participants' details, and the chat room controls the message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658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Q. Design and Implement a Mediator pattern to manage communication between a set of objects (e.g., chat room with multiple participants).?</a:t>
            </a:r>
          </a:p>
          <a:p>
            <a:endParaRPr lang="en-US" dirty="0"/>
          </a:p>
          <a:p>
            <a:r>
              <a:rPr lang="en-US" dirty="0"/>
              <a:t>Summary :</a:t>
            </a:r>
          </a:p>
          <a:p>
            <a:r>
              <a:rPr lang="en-US" dirty="0"/>
              <a:t> The Mediator Design Pattern allows for the decoupling of components by using a mediator to facilitate communication between them. </a:t>
            </a:r>
          </a:p>
          <a:p>
            <a:r>
              <a:rPr lang="en-US" dirty="0"/>
              <a:t>In this example, the </a:t>
            </a:r>
            <a:r>
              <a:rPr lang="en-US" dirty="0" err="1"/>
              <a:t>ChatRoom</a:t>
            </a:r>
            <a:r>
              <a:rPr lang="en-US" dirty="0"/>
              <a:t> class serves as the mediator that manages the interaction between Participant instances, making the system more organized and reducing dependencies among the components.</a:t>
            </a:r>
          </a:p>
        </p:txBody>
      </p:sp>
    </p:spTree>
    <p:extLst>
      <p:ext uri="{BB962C8B-B14F-4D97-AF65-F5344CB8AC3E}">
        <p14:creationId xmlns:p14="http://schemas.microsoft.com/office/powerpoint/2010/main" val="3579317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9411</TotalTime>
  <Words>1652</Words>
  <Application>Microsoft Office PowerPoint</Application>
  <PresentationFormat>Widescreen</PresentationFormat>
  <Paragraphs>101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Century Gothic</vt:lpstr>
      <vt:lpstr>Google Sans</vt:lpstr>
      <vt:lpstr>Wingdings 3</vt:lpstr>
      <vt:lpstr>Ion</vt:lpstr>
      <vt:lpstr>Software Design Patterns</vt:lpstr>
      <vt:lpstr>What is Design Pattern?</vt:lpstr>
      <vt:lpstr>Type of Design Patterns</vt:lpstr>
      <vt:lpstr>1. Creational Patterns</vt:lpstr>
      <vt:lpstr>1. Creational Patterns(continued)</vt:lpstr>
      <vt:lpstr>2. Structural Patterns</vt:lpstr>
      <vt:lpstr>2. Structural Patterns(continued)</vt:lpstr>
      <vt:lpstr>3. Behavioral Patterns</vt:lpstr>
      <vt:lpstr>3. Behavioral Patterns(continued)</vt:lpstr>
      <vt:lpstr>Singleton Design Pattern(Creational Design Pattern)</vt:lpstr>
      <vt:lpstr>Singleton: Case Study</vt:lpstr>
      <vt:lpstr>Factory Design Pattern</vt:lpstr>
      <vt:lpstr>Factory Design Pattern</vt:lpstr>
      <vt:lpstr>Factory Design Pattern: Case Study</vt:lpstr>
      <vt:lpstr>Abstract Factory Design Pattern</vt:lpstr>
      <vt:lpstr>Abstract Factory Design Pattern</vt:lpstr>
      <vt:lpstr>Builder Design Pattern</vt:lpstr>
      <vt:lpstr>Builder Design Pattern </vt:lpstr>
      <vt:lpstr>Decorator Design Pattern</vt:lpstr>
      <vt:lpstr>Decorator Design Pattern</vt:lpstr>
      <vt:lpstr>Decorator Design Pattern</vt:lpstr>
      <vt:lpstr>Façade Design Pattern</vt:lpstr>
      <vt:lpstr>Façade Design Pattern</vt:lpstr>
      <vt:lpstr>Adapter Design Pattern</vt:lpstr>
      <vt:lpstr>Adapter Design Pattern</vt:lpstr>
      <vt:lpstr>Observer Design Pattern</vt:lpstr>
      <vt:lpstr>Observer Design Pattern</vt:lpstr>
      <vt:lpstr>Template Design Pattern</vt:lpstr>
      <vt:lpstr>Template Design Pattern</vt:lpstr>
      <vt:lpstr>Observer Design Pattern </vt:lpstr>
      <vt:lpstr>Proxy Design Pattern</vt:lpstr>
      <vt:lpstr>Mediator Pattern</vt:lpstr>
      <vt:lpstr>Mediator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Patterns</dc:title>
  <dc:creator>CSC</dc:creator>
  <cp:lastModifiedBy>ujwal g</cp:lastModifiedBy>
  <cp:revision>19</cp:revision>
  <dcterms:created xsi:type="dcterms:W3CDTF">2024-09-28T11:05:54Z</dcterms:created>
  <dcterms:modified xsi:type="dcterms:W3CDTF">2024-11-27T14:21:59Z</dcterms:modified>
</cp:coreProperties>
</file>